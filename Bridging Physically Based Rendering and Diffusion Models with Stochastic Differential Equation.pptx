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72" r:id="rId2"/>
    <p:sldMasterId id="2147483660" r:id="rId3"/>
  </p:sldMasterIdLst>
  <p:notesMasterIdLst>
    <p:notesMasterId r:id="rId6"/>
  </p:notesMasterIdLst>
  <p:sldIdLst>
    <p:sldId id="256" r:id="rId4"/>
    <p:sldId id="257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10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237AF1-7F0D-4B27-88EC-9ABEE5D0F205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F7A929-EBF4-4CA4-850E-F885218E081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3487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915602-D879-47AA-87B2-BF4B4E6ECEB8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110004020202020204"/>
                <a:ea typeface="游ゴシック" panose="020B0400000000000000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11000402020202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934517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FE360E-9F82-03BE-53C1-700F11AB16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62F1125-7538-5951-A4D5-05BEFAEC7D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A6433D-9053-FBE9-5CE1-4CA167B88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4294B-503D-45D0-84E8-EDB5DBBC66E1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476673C-69FB-7184-D357-A183EB81A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EC6A20-17D7-5F0E-7A21-A6C7DC459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2B63C-B995-4AE0-899F-E6AE083125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80225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6F2A77-FC78-73E9-FC70-0C6C88874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787C2AC-97A6-7DF1-ECDA-DDE359705D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796F03B-F2A2-2ADB-BEC3-B86A9F998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4294B-503D-45D0-84E8-EDB5DBBC66E1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2BC815-B066-B494-E042-EB6C1CBE3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9F6A2A-E728-66E3-1B5B-E0957AAF9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2B63C-B995-4AE0-899F-E6AE083125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8861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AA6FFC-46CB-CD62-BA79-097F0D399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36D6ACC-9CA4-2E0A-E51F-5FAF8160D1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D73EF7D-70AB-8659-68ED-751DED0CB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4294B-503D-45D0-84E8-EDB5DBBC66E1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388867E-D7D5-C9F3-880E-2319FDBD7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9A16C62-EAF2-E5C3-BC53-154D9746C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2B63C-B995-4AE0-899F-E6AE083125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8245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398BFA-7128-2719-F00F-BC86A9393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0CF0DA2-CD55-C127-81D1-B505B802D3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86E6301-C729-2280-F396-5A4ADBAC47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E971347-9061-2C6E-1EB8-9E8020D3F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4294B-503D-45D0-84E8-EDB5DBBC66E1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2649298-DC03-4134-6B1E-ACB606A70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80FE612-9B6B-B6E9-1E8D-DB251D8DC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2B63C-B995-4AE0-899F-E6AE083125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4907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A584BB-6E2B-F910-99DE-0F7F0DC21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7A3BD81-CA78-BEE6-EFCF-50B15B1A2A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297577D-C50A-1DAF-E47F-2BDDA20228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6127E8B-9D6B-1241-5642-006E3101C5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306FC06-660B-58C3-9B7C-ACB2B41EE3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E046862-DB69-D6FB-2014-8B8ED3216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4294B-503D-45D0-84E8-EDB5DBBC66E1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BE548F9-EA1E-DD5A-3C39-D69D01D15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670A4EB-4297-8FCC-ACD8-CEFF49D36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2B63C-B995-4AE0-899F-E6AE083125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7682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5A18955-6862-770E-53DC-DEDE9B847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6BFD866-81D4-308D-254F-81EEE93D5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4294B-503D-45D0-84E8-EDB5DBBC66E1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7F9474F-CDB4-37EA-B5C4-9B5ADB662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C4726A4-6650-511A-964B-590598DB2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2B63C-B995-4AE0-899F-E6AE083125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6571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A564E32-F3FB-A7CA-DEC7-76C5C69E1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4294B-503D-45D0-84E8-EDB5DBBC66E1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ADE49F2-6148-B6BA-D212-8644B102B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6036E99-DA03-AC8B-EFBA-5F87283B8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2B63C-B995-4AE0-899F-E6AE083125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1120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593F4D-D7A2-FBE1-2D6C-E6E9BDD50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336CEA1-624B-162B-E5A3-26627E2B84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305FCC3-F0FE-BAD5-2E65-1770965543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4CB5BFB-A736-CD6B-CED4-26CF10C95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4294B-503D-45D0-84E8-EDB5DBBC66E1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E0EBEFC-86D5-4836-0328-B97B5E378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A1FA0CA-81D1-9F49-C027-AA90D5816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2B63C-B995-4AE0-899F-E6AE083125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6175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EE5B13-5A07-C4B6-7D15-95E8841D6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30FFF47-838C-9F8E-B178-1E9E48ACB9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BBFD838-A5FB-EE74-3920-F07860C387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5349B01-551A-4CA2-C480-BE7250BD4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4294B-503D-45D0-84E8-EDB5DBBC66E1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7254961-E18B-4050-B227-85B994A9E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E2D3147-947E-2318-E4CF-4EBF49195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2B63C-B995-4AE0-899F-E6AE083125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85156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66C03F-1D23-0C63-5BF2-933BA47B2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E9E2B00-3254-3E5D-F1B4-B51FAF3E5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587B4B-5AEC-F65B-855B-4654D81FA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4294B-503D-45D0-84E8-EDB5DBBC66E1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65F06E2-73C5-FBF9-15F6-96A1A2DB2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239B72-5FA5-1BDC-0632-E5754F24D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2B63C-B995-4AE0-899F-E6AE083125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3611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CACD1CF-972C-089A-B65A-3D379D4152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9E29044-F23F-5F92-7530-2577DEEF59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AF18802-ACD6-B927-38AB-61FC14025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4294B-503D-45D0-84E8-EDB5DBBC66E1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D9F3955-A686-3338-7DA9-8EBB439F1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FA3F06-9E29-A7CA-1163-FAF8F1EAC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2B63C-B995-4AE0-899F-E6AE083125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81523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7B5B46B-D538-9F28-1BAB-776621FB7DCE}"/>
              </a:ext>
            </a:extLst>
          </p:cNvPr>
          <p:cNvSpPr/>
          <p:nvPr userDrawn="1"/>
        </p:nvSpPr>
        <p:spPr>
          <a:xfrm>
            <a:off x="-2" y="0"/>
            <a:ext cx="12192003" cy="1152939"/>
          </a:xfrm>
          <a:prstGeom prst="rect">
            <a:avLst/>
          </a:prstGeom>
          <a:solidFill>
            <a:srgbClr val="00A0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游ゴシック" panose="02110004020202020204"/>
              <a:ea typeface="游ゴシック" panose="020B0400000000000000" pitchFamily="50" charset="-128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F98BBE0-1D24-6AF2-BA3E-DEC5B2EA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35" y="103396"/>
            <a:ext cx="10180982" cy="1049544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0958A4-90D3-D377-2532-7815EE904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435" y="1362073"/>
            <a:ext cx="11463130" cy="5142244"/>
          </a:xfrm>
        </p:spPr>
        <p:txBody>
          <a:bodyPr/>
          <a:lstStyle>
            <a:lvl1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CFEE3AD-6384-1102-FA25-169C7E511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45417" y="498474"/>
            <a:ext cx="1282148" cy="365125"/>
          </a:xfrm>
        </p:spPr>
        <p:txBody>
          <a:bodyPr/>
          <a:lstStyle>
            <a:lvl1pPr>
              <a:defRPr sz="1600" b="1">
                <a:solidFill>
                  <a:schemeClr val="bg1"/>
                </a:solidFill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5A07A33-D779-4A79-A49C-E26576C728D8}" type="slidenum">
              <a:rPr kumimoji="1" lang="ja-JP" altLang="en-US" sz="16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メイリオ" panose="020B0604030504040204" pitchFamily="50" charset="-128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53823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90229D-1AAE-23C3-D731-6E33594AF0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ACC9E4D-C679-20D4-A68B-BB01BFE4E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223BD44-A349-A67D-CC84-84EE83551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6B395-6D35-4546-B294-FB06DF790840}" type="datetime1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FC3268-3A36-FF66-9F9B-F0D68E949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C8C504-D315-A73F-87E2-EC1C1391A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31876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7B5B46B-D538-9F28-1BAB-776621FB7DCE}"/>
              </a:ext>
            </a:extLst>
          </p:cNvPr>
          <p:cNvSpPr/>
          <p:nvPr userDrawn="1"/>
        </p:nvSpPr>
        <p:spPr>
          <a:xfrm>
            <a:off x="-2" y="0"/>
            <a:ext cx="12192003" cy="1152939"/>
          </a:xfrm>
          <a:prstGeom prst="rect">
            <a:avLst/>
          </a:prstGeom>
          <a:solidFill>
            <a:srgbClr val="00A0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F98BBE0-1D24-6AF2-BA3E-DEC5B2EA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35" y="103396"/>
            <a:ext cx="10180982" cy="1049544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0958A4-90D3-D377-2532-7815EE904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435" y="1362073"/>
            <a:ext cx="11463130" cy="5142244"/>
          </a:xfrm>
        </p:spPr>
        <p:txBody>
          <a:bodyPr/>
          <a:lstStyle>
            <a:lvl1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CFEE3AD-6384-1102-FA25-169C7E511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45417" y="498474"/>
            <a:ext cx="1282148" cy="365125"/>
          </a:xfrm>
        </p:spPr>
        <p:txBody>
          <a:bodyPr/>
          <a:lstStyle>
            <a:lvl1pPr>
              <a:defRPr sz="1600" b="1">
                <a:solidFill>
                  <a:schemeClr val="bg1"/>
                </a:solidFill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defRPr>
            </a:lvl1pPr>
          </a:lstStyle>
          <a:p>
            <a:fld id="{05A07A33-D779-4A79-A49C-E26576C728D8}" type="slidenum">
              <a:rPr lang="ja-JP" altLang="en-US" smtClean="0"/>
              <a:pPr/>
              <a:t>‹#›</a:t>
            </a:fld>
            <a:endParaRPr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6351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B65609-816B-F3A5-0E11-D93991D1B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8370C4-257B-3C4F-5395-CDB15242AD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9AA511D-EECC-C7A8-E4FB-717F75E6A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7B2B4-6A7D-4731-81DC-57610CFA3027}" type="datetime1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0E045EB-6D29-58E9-4C99-D37BDE89F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70C11A9-189C-8F74-825F-259D6A344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89581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3E7D78-BD6B-702B-0C26-E6FB22E64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4D09B3-2284-F6A2-61D4-55188354DA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1A4F18B-2983-FE73-CA75-7277C6FFF6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B615006-2C2A-B7DB-BFD8-2CC016D1C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036F0-5381-44E0-A015-CBD42EDBEC45}" type="datetime1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2D2A2BD-5053-3A14-0200-1E1D3B7EE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27725B0-D83E-B435-EC98-68AB5356A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34806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9BB6A3-E49B-4A25-31D2-6C4C26A04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447744B-9E5C-AD56-235B-7330E6DBC9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4209C14-BC8C-006A-AB8B-FDA2D2C2E6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2C4FFED-2590-A032-C05B-30B0DB3829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CC203FD-43B8-2B27-9FFA-87C9691E03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3B82B8D-6EC8-4981-B43E-B18107332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AA4E38-B061-47C5-9F79-5A9746F5CDE5}" type="datetime1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1354467-2611-8398-CB42-5D5D4B7E5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555924B-DBA2-FAAF-3DD7-FCCA9E7EA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47359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8C1315-F32B-A950-F131-ECD20BB29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32C97CF-05CD-199A-D125-F569079C2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71810-0526-4256-939F-2D28DFA5615F}" type="datetime1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CF4DEED-584B-DE91-1508-81AADA0E0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EE76772-54C3-7DF2-17AB-C300B79FC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118024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B502009-8781-63CF-4E49-A748A3CBD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D8516-8AC0-44E8-AB68-6CE99A3A52CB}" type="datetime1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78A615B-DDC1-4BEA-BF54-84D5815F9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BDD3BAC-E9E5-A042-7625-72FD4B3A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78980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594083-007D-C0E5-105B-B9BDC38C7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693EA66-CF2C-F1B1-55B0-E9D74BD5DB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08BB23F-C1B2-86C8-B700-93C5C57B42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591688-2CF2-0933-EF96-FF80191D5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A23C2-F706-4F84-B465-CA89DAFBC4C2}" type="datetime1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DAC11D5-2BFC-6618-B6F6-1EA0F6CC3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2045EE5-4001-E842-C578-A1E3CE662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77796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C45C0F-3E00-9F4E-441B-144DB0BAB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6FA0BF3-F917-1AB2-FCD7-E59445CF3A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52EF50C-84FE-E1EE-8DF6-F00C88242B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9536BB8-2CCA-AA96-A538-9C067E41E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2DFBC-01E8-4E3B-A4B2-3042EC8BF00A}" type="datetime1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5226345-B282-E89A-31F7-401862084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ED61155-9EE3-F69F-9D2A-5E0E0C1EA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94092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9AC9BE-7FE8-E0F1-115C-16E5E520C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D991C54-8DCC-6DDF-D1AE-1705247D27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90026C-89ED-EE59-601D-3137F6D08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396C80-74FC-4B1B-8EAB-5BA2D3324131}" type="datetime1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130E05B-BAEF-6834-295E-043BBD101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715A68-9B4A-0236-BFE7-F0158F796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460313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4D3E743-F543-A358-D861-CD1B1846FE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A4A9749-C092-AA1E-E5A8-6748EBEB7D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DDE97B5-8B6A-ED3D-4633-9D506EBA8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F111B-B7F2-4AFA-B2AD-22DD0AE2FAAF}" type="datetime1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BAD804-F7E6-10ED-5AC0-E8C291FA5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2C11A4F-2CCE-5D35-F2F8-37586AC46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5553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4E9E622-3CDF-CD0D-922F-57EEC661D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32C2125-8C0E-CB91-7A53-21935D04F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CCBF98E-33F5-AA00-CD85-6578EFA44D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C4294B-503D-45D0-84E8-EDB5DBBC66E1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4B8AB9E-286B-832E-A345-C217B1E351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4F1074-04D4-A263-E02A-05225CF5AB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52B63C-B995-4AE0-899F-E6AE083125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8862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8498D93-6DD1-B239-0B11-3E556FCE7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F54FB8A-93DB-9C63-DBB9-2F0A2C28AB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0D75F5C-F0D0-7513-DDCB-FF42637AA0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527487B-C611-4154-9D77-DC08D179CD6C}" type="datetime1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游ゴシック" panose="02110004020202020204"/>
                <a:ea typeface="游ゴシック" panose="020B0400000000000000" pitchFamily="50" charset="-128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2026/3/3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游ゴシック" panose="02110004020202020204"/>
              <a:ea typeface="游ゴシック" panose="020B0400000000000000" pitchFamily="50" charset="-128"/>
              <a:cs typeface="+mn-cs"/>
            </a:endParaRPr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0C3DBE-DDCE-835B-650E-67278796B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游ゴシック" panose="02110004020202020204"/>
                <a:ea typeface="游ゴシック" panose="020B0400000000000000" pitchFamily="50" charset="-128"/>
                <a:cs typeface="+mn-cs"/>
              </a:rPr>
              <a:t>レイトレ合宿 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游ゴシック" panose="02110004020202020204"/>
                <a:ea typeface="游ゴシック" panose="020B0400000000000000" pitchFamily="50" charset="-128"/>
                <a:cs typeface="+mn-cs"/>
              </a:rPr>
              <a:t>11: Path for learning path tracing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游ゴシック" panose="02110004020202020204"/>
              <a:ea typeface="游ゴシック" panose="020B0400000000000000" pitchFamily="50" charset="-128"/>
              <a:cs typeface="+mn-cs"/>
            </a:endParaRP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5F1F78-12E9-38EC-5F22-BDF80CFCB2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5A07A33-D779-4A79-A49C-E26576C728D8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游ゴシック" panose="02110004020202020204"/>
                <a:ea typeface="游ゴシック" panose="020B0400000000000000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游ゴシック" panose="0211000402020202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6506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8498D93-6DD1-B239-0B11-3E556FCE7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F54FB8A-93DB-9C63-DBB9-2F0A2C28AB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0D75F5C-F0D0-7513-DDCB-FF42637AA0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27487B-C611-4154-9D77-DC08D179CD6C}" type="datetime1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0C3DBE-DDCE-835B-650E-67278796B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kumimoji="1" lang="ja-JP" altLang="en-US"/>
              <a:t>レイトレ合宿 </a:t>
            </a:r>
            <a:r>
              <a:rPr kumimoji="1" lang="en-US" altLang="ja-JP"/>
              <a:t>11: Path for learning path tracing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5F1F78-12E9-38EC-5F22-BDF80CFCB2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A07A33-D779-4A79-A49C-E26576C728D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9580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AA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FE5457-854A-AFD8-5368-B79611CE0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487956"/>
            <a:ext cx="12192000" cy="1448352"/>
          </a:xfrm>
        </p:spPr>
        <p:txBody>
          <a:bodyPr>
            <a:normAutofit/>
          </a:bodyPr>
          <a:lstStyle/>
          <a:p>
            <a:r>
              <a:rPr lang="en-US" altLang="ja-JP" sz="3600" b="1" dirty="0">
                <a:solidFill>
                  <a:schemeClr val="bg1"/>
                </a:solidFill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rPr>
              <a:t>Bridging Physically Based Rendering and Diffusion Models  </a:t>
            </a:r>
            <a:br>
              <a:rPr lang="en-US" altLang="ja-JP" sz="3600" b="1" dirty="0">
                <a:solidFill>
                  <a:schemeClr val="bg1"/>
                </a:solidFill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rPr>
            </a:br>
            <a:r>
              <a:rPr lang="en-US" altLang="ja-JP" sz="3600" b="1" dirty="0">
                <a:solidFill>
                  <a:schemeClr val="bg1"/>
                </a:solidFill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rPr>
              <a:t>with Stochastic Differential Equation</a:t>
            </a:r>
            <a:endParaRPr kumimoji="1" lang="ja-JP" altLang="en-US" sz="3600" b="1" dirty="0">
              <a:solidFill>
                <a:schemeClr val="bg1"/>
              </a:solidFill>
              <a:latin typeface="Calibri" panose="020F0502020204030204" pitchFamily="34" charset="0"/>
              <a:ea typeface="メイリオ" panose="020B0604030504040204" pitchFamily="50" charset="-128"/>
              <a:cs typeface="Calibri" panose="020F0502020204030204" pitchFamily="34" charset="0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82A2F0-031E-BF64-21A5-A74774A0CF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7" y="5875710"/>
            <a:ext cx="9144000" cy="448469"/>
          </a:xfrm>
        </p:spPr>
        <p:txBody>
          <a:bodyPr>
            <a:normAutofit/>
          </a:bodyPr>
          <a:lstStyle/>
          <a:p>
            <a:r>
              <a:rPr lang="en-US" altLang="ja-JP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ichi-raven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644B2F1-B6AE-E373-B034-FD1371BAF358}"/>
              </a:ext>
            </a:extLst>
          </p:cNvPr>
          <p:cNvSpPr txBox="1"/>
          <p:nvPr/>
        </p:nvSpPr>
        <p:spPr>
          <a:xfrm>
            <a:off x="3047995" y="432234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rPr>
              <a:t>Paper introduction</a:t>
            </a:r>
            <a:endParaRPr kumimoji="1" lang="ja-JP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110004020202020204"/>
              <a:ea typeface="游ゴシック" panose="020B0400000000000000" pitchFamily="50" charset="-128"/>
              <a:cs typeface="+mn-cs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0FC0E44-5F04-C06A-B1D2-D7D4782F2EC1}"/>
              </a:ext>
            </a:extLst>
          </p:cNvPr>
          <p:cNvSpPr txBox="1"/>
          <p:nvPr/>
        </p:nvSpPr>
        <p:spPr>
          <a:xfrm>
            <a:off x="1729503" y="3429000"/>
            <a:ext cx="873298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altLang="ja-JP" sz="2000" dirty="0">
                <a:solidFill>
                  <a:prstClr val="whit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Junwei Shu, Wenjie Liu, </a:t>
            </a:r>
            <a:r>
              <a:rPr lang="en-US" altLang="ja-JP" sz="2000" dirty="0" err="1">
                <a:solidFill>
                  <a:prstClr val="whit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Changgu</a:t>
            </a:r>
            <a:r>
              <a:rPr lang="en-US" altLang="ja-JP" sz="2000" dirty="0">
                <a:solidFill>
                  <a:prstClr val="whit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Chen, </a:t>
            </a:r>
            <a:r>
              <a:rPr lang="en-US" altLang="ja-JP" sz="2000" dirty="0" err="1">
                <a:solidFill>
                  <a:prstClr val="whit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Hantang</a:t>
            </a:r>
            <a:r>
              <a:rPr lang="en-US" altLang="ja-JP" sz="2000" dirty="0">
                <a:solidFill>
                  <a:prstClr val="whit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Liu, Yang Li, </a:t>
            </a:r>
            <a:r>
              <a:rPr lang="en-US" altLang="ja-JP" sz="2000" dirty="0" err="1">
                <a:solidFill>
                  <a:prstClr val="whit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Changbo</a:t>
            </a:r>
            <a:r>
              <a:rPr lang="en-US" altLang="ja-JP" sz="2000" dirty="0">
                <a:solidFill>
                  <a:prstClr val="whit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Wang</a:t>
            </a:r>
            <a:br>
              <a:rPr lang="en-US" altLang="ja-JP" sz="2000" dirty="0">
                <a:solidFill>
                  <a:prstClr val="whit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altLang="ja-JP" sz="2000" dirty="0">
                <a:solidFill>
                  <a:prstClr val="whit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ja-JP" sz="2000" dirty="0">
                <a:solidFill>
                  <a:prstClr val="whit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School of Computer Science and Technology, East China Normal University </a:t>
            </a:r>
          </a:p>
          <a:p>
            <a:pPr lvl="0"/>
            <a:r>
              <a:rPr lang="en-US" altLang="ja-JP" sz="2000" dirty="0">
                <a:solidFill>
                  <a:prstClr val="whit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Kun Byte, School of Data Science and Engineering, East China Normal University</a:t>
            </a: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游ゴシック" panose="020B0400000000000000" pitchFamily="50" charset="-128"/>
              <a:cs typeface="Calibri" panose="020F0502020204030204" pitchFamily="34" charset="0"/>
            </a:endParaRPr>
          </a:p>
        </p:txBody>
      </p:sp>
      <p:sp>
        <p:nvSpPr>
          <p:cNvPr id="8" name="字幕 2">
            <a:extLst>
              <a:ext uri="{FF2B5EF4-FFF2-40B4-BE49-F238E27FC236}">
                <a16:creationId xmlns:a16="http://schemas.microsoft.com/office/drawing/2014/main" id="{0DE0B71C-734D-A5F0-7321-9212784A6B25}"/>
              </a:ext>
            </a:extLst>
          </p:cNvPr>
          <p:cNvSpPr txBox="1">
            <a:spLocks/>
          </p:cNvSpPr>
          <p:nvPr/>
        </p:nvSpPr>
        <p:spPr>
          <a:xfrm>
            <a:off x="1523997" y="5362048"/>
            <a:ext cx="9144000" cy="448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SIGGRAPH Asia 2025 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F9D4111-7D15-8E89-F1A8-F8B9FE4125C4}"/>
              </a:ext>
            </a:extLst>
          </p:cNvPr>
          <p:cNvSpPr txBox="1"/>
          <p:nvPr/>
        </p:nvSpPr>
        <p:spPr>
          <a:xfrm>
            <a:off x="6666671" y="6455584"/>
            <a:ext cx="54690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* All figures in this slide are quoted from the same paper</a:t>
            </a: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11000402020202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398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388AFD-BD80-8989-6E83-DCF0DD99B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Introduction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D281F76-885A-3E2E-BE34-06BBD7FEF7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538AA3-16E2-CC2B-4A23-3D5FE76F6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07A33-D779-4A79-A49C-E26576C728D8}" type="slidenum">
              <a:rPr lang="ja-JP" altLang="en-US" smtClean="0"/>
              <a:pPr/>
              <a:t>2</a:t>
            </a:fld>
            <a:endParaRPr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016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2_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77</Words>
  <Application>Microsoft Office PowerPoint</Application>
  <PresentationFormat>ワイド画面</PresentationFormat>
  <Paragraphs>10</Paragraphs>
  <Slides>2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3</vt:i4>
      </vt:variant>
      <vt:variant>
        <vt:lpstr>スライド タイトル</vt:lpstr>
      </vt:variant>
      <vt:variant>
        <vt:i4>2</vt:i4>
      </vt:variant>
    </vt:vector>
  </HeadingPairs>
  <TitlesOfParts>
    <vt:vector size="10" baseType="lpstr">
      <vt:lpstr>メイリオ</vt:lpstr>
      <vt:lpstr>游ゴシック</vt:lpstr>
      <vt:lpstr>游ゴシック Light</vt:lpstr>
      <vt:lpstr>Arial</vt:lpstr>
      <vt:lpstr>Calibri</vt:lpstr>
      <vt:lpstr>Office テーマ</vt:lpstr>
      <vt:lpstr>2_Office テーマ</vt:lpstr>
      <vt:lpstr>1_Office テーマ</vt:lpstr>
      <vt:lpstr>Bridging Physically Based Rendering and Diffusion Models   with Stochastic Differential Equation</vt:lpstr>
      <vt:lpstr>Introduction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cdua3660</dc:creator>
  <cp:lastModifiedBy>cdua3660</cp:lastModifiedBy>
  <cp:revision>1</cp:revision>
  <dcterms:created xsi:type="dcterms:W3CDTF">2026-03-03T06:02:21Z</dcterms:created>
  <dcterms:modified xsi:type="dcterms:W3CDTF">2026-03-03T06:06:34Z</dcterms:modified>
</cp:coreProperties>
</file>