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3D133-823F-4F52-B028-FA93482B56DD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E76F5-FAB2-45A2-8417-DD395D25C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3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915602-D879-47AA-87B2-BF4B4E6ECEB8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451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5DAF3D-9742-70CC-B5D5-08F8FFD48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71A407-9E6B-2A43-4D1D-9B1C70E9F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68859A-682E-2B67-EAD7-A83558EC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E2F25C-13AE-084B-0D40-76C4F9EE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05614A-2838-5101-D5A7-46EAD9E3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175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D2C7DB-8FC6-82D7-94EB-551B58CA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4A673C-8E04-D493-2854-8995C7238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DCF9EE-14B9-7872-131C-157B2878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E63007-8F05-13EA-9293-0A3BC5EE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E738B5-7CF2-AAF9-DF98-253978BC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926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BAFEC1-3614-0211-44F4-EB9A8A3E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192FFE-A6AE-BD9C-63CD-F4A6EAA7F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1F1079-DAA8-4C43-30A9-B2ECC1A8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D31A0C-D1E5-C561-0958-C0DAAD78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72EBA1-7194-4D6C-D85E-D4CA4B94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66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4470C-1E83-BE3A-8C41-79E5ED34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5DA193-14DE-792E-C559-B932945B8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1BB2B2-E470-3540-8310-0158FE57A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3AD270-6FD4-A516-CA80-D493179F3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008050-EA73-F44A-6E2E-ADB1F372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7192ED-A3A8-DBD3-0BDE-941DB2E3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44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9C4415-6A39-3B07-6877-C720926F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2FD3D4-5E0E-181C-122C-DE2D40D22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17E708-05D6-4334-3ABE-75816F95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E1B1A8-52C9-30C1-146D-71EB5945D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14BBA87-19EF-2208-70CD-8E4DD7A37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D2C7FD6-988F-8ECA-7BD1-ABA72004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A0A67F0-7EA3-20E8-7B8F-094630A2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1D546E-07AA-C9F3-B391-D888CE8D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62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82F8D-9809-E029-B465-CBB89BEC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3479C9E-640E-5AA9-FE24-EDD37369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A593AD-2415-B3D3-F271-3C26EA79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E3F4D48-325A-5927-2AD9-56EDD07F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161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E09B4E4-CAE7-EBF8-AC34-0D3B60DF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982182-3FC5-BD7F-D21C-9D448EEA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584507-42BD-13FD-7244-B3734B83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96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13E30D-9A48-AC96-359B-6149515FE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7F29F7-4997-B88A-7C8A-220A9C694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A56CAD-ED2E-29F8-A020-B5883C234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648B72-E7BB-B8F5-2025-36A248C0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596C9F-567E-1594-7D3F-7AA42787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5C233A-F417-D5CF-0D41-79C0FC15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37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2FDA0F-0757-F759-8CC8-8DC05D15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2AFD5E6-FB1E-2BA0-0A9A-8775F4660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3A013E-459D-0A9B-8824-F51375DF1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B1330E-D820-DDA6-B725-2F01CBD1F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15297D-28F4-BBEC-C0A0-BA022480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23A9FF-3265-7DC7-3F1A-44CBD8869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67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78C331-8818-64F6-EF00-E2A0F709D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573D0E-2611-20CE-3D32-927F27E57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CA2252-58BF-54B6-D756-D3B125B25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7AB5F7-FCC7-B65B-DA9B-FEC6FD95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739F15-EE60-EFAA-87E8-B1A8C608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339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EFA7E57-E404-EE9D-944B-C320502285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6D6AE9-60A6-373A-5165-242318F5D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9B8474-33EA-3232-1156-F02C5009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5AC887-CA15-11E1-0AA3-7E797811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21C823-4A40-4E6C-3E0D-836A52DE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082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0229D-1AAE-23C3-D731-6E33594AF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CC9E4D-C679-20D4-A68B-BB01BFE4E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23BD44-A349-A67D-CC84-84EE8355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B395-6D35-4546-B294-FB06DF790840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FC3268-3A36-FF66-9F9B-F0D68E94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C8C504-D315-A73F-87E2-EC1C1391A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211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B5B46B-D538-9F28-1BAB-776621FB7DCE}"/>
              </a:ext>
            </a:extLst>
          </p:cNvPr>
          <p:cNvSpPr/>
          <p:nvPr userDrawn="1"/>
        </p:nvSpPr>
        <p:spPr>
          <a:xfrm>
            <a:off x="-2" y="0"/>
            <a:ext cx="12192003" cy="1152939"/>
          </a:xfrm>
          <a:prstGeom prst="rect">
            <a:avLst/>
          </a:prstGeom>
          <a:solidFill>
            <a:srgbClr val="00A0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F98BBE0-1D24-6AF2-BA3E-DEC5B2EA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35" y="103396"/>
            <a:ext cx="10180982" cy="1049544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0958A4-90D3-D377-2532-7815EE904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35" y="1362073"/>
            <a:ext cx="11463130" cy="5142244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FEE3AD-6384-1102-FA25-169C7E51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5417" y="498474"/>
            <a:ext cx="1282148" cy="365125"/>
          </a:xfrm>
        </p:spPr>
        <p:txBody>
          <a:bodyPr/>
          <a:lstStyle>
            <a:lvl1pPr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defRPr>
            </a:lvl1pPr>
          </a:lstStyle>
          <a:p>
            <a:fld id="{05A07A33-D779-4A79-A49C-E26576C728D8}" type="slidenum">
              <a:rPr lang="ja-JP" altLang="en-US" smtClean="0"/>
              <a:pPr/>
              <a:t>‹#›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268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B65609-816B-F3A5-0E11-D93991D1B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8370C4-257B-3C4F-5395-CDB15242A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AA511D-EECC-C7A8-E4FB-717F75E6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B2B4-6A7D-4731-81DC-57610CFA3027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E045EB-6D29-58E9-4C99-D37BDE89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0C11A9-189C-8F74-825F-259D6A34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4935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3E7D78-BD6B-702B-0C26-E6FB22E6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4D09B3-2284-F6A2-61D4-55188354D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A4F18B-2983-FE73-CA75-7277C6FFF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615006-2C2A-B7DB-BFD8-2CC016D1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036F0-5381-44E0-A015-CBD42EDBEC45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D2A2BD-5053-3A14-0200-1E1D3B7E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7725B0-D83E-B435-EC98-68AB5356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8083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9BB6A3-E49B-4A25-31D2-6C4C26A04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47744B-9E5C-AD56-235B-7330E6DBC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209C14-BC8C-006A-AB8B-FDA2D2C2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C4FFED-2590-A032-C05B-30B0DB382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CC203FD-43B8-2B27-9FFA-87C9691E0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3B82B8D-6EC8-4981-B43E-B181073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4E38-B061-47C5-9F79-5A9746F5CDE5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354467-2611-8398-CB42-5D5D4B7E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55924B-DBA2-FAAF-3DD7-FCCA9E7E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0309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8C1315-F32B-A950-F131-ECD20BB2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32C97CF-05CD-199A-D125-F569079C2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1810-0526-4256-939F-2D28DFA5615F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CF4DEED-584B-DE91-1508-81AADA0E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E76772-54C3-7DF2-17AB-C300B79F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628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B502009-8781-63CF-4E49-A748A3CB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8516-8AC0-44E8-AB68-6CE99A3A52CB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8A615B-DDC1-4BEA-BF54-84D5815F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DD3BAC-E9E5-A042-7625-72FD4B3A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12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94083-007D-C0E5-105B-B9BDC38C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93EA66-CF2C-F1B1-55B0-E9D74BD5D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8BB23F-C1B2-86C8-B700-93C5C57B4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591688-2CF2-0933-EF96-FF80191D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A23C2-F706-4F84-B465-CA89DAFBC4C2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AC11D5-2BFC-6618-B6F6-1EA0F6CC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045EE5-4001-E842-C578-A1E3CE66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286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45C0F-3E00-9F4E-441B-144DB0BA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FA0BF3-F917-1AB2-FCD7-E59445CF3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2EF50C-84FE-E1EE-8DF6-F00C88242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536BB8-2CCA-AA96-A538-9C067E41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FBC-01E8-4E3B-A4B2-3042EC8BF00A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226345-B282-E89A-31F7-40186208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D61155-9EE3-F69F-9D2A-5E0E0C1E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338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9AC9BE-7FE8-E0F1-115C-16E5E520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991C54-8DCC-6DDF-D1AE-1705247D2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90026C-89ED-EE59-601D-3137F6D0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6C80-74FC-4B1B-8EAB-5BA2D3324131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30E05B-BAEF-6834-295E-043BBD10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715A68-9B4A-0236-BFE7-F0158F79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87851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D3E743-F543-A358-D861-CD1B1846F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4A9749-C092-AA1E-E5A8-6748EBEB7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DE97B5-8B6A-ED3D-4633-9D506EBA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111B-B7F2-4AFA-B2AD-22DD0AE2FAAF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BAD804-F7E6-10ED-5AC0-E8C291FA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C11A4F-2CCE-5D35-F2F8-37586AC4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591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0F23B40-AF60-F183-453D-14035E90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8F1BF0-9187-B07A-CFC4-ABD8163B1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239560-5BE3-81F3-683C-1B4BFDAE9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EAABC4-8861-B5F0-99F6-2CB8E61F3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939E65-6971-40F0-D228-3FE0F6E8D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24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8498D93-6DD1-B239-0B11-3E556FCE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54FB8A-93DB-9C63-DBB9-2F0A2C28A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D75F5C-F0D0-7513-DDCB-FF42637AA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7487B-C611-4154-9D77-DC08D179CD6C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0C3DBE-DDCE-835B-650E-67278796B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5F1F78-12E9-38EC-5F22-BDF80CFCB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5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FE5457-854A-AFD8-5368-B79611CE0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87956"/>
            <a:ext cx="12192000" cy="1448352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t>Title</a:t>
            </a:r>
            <a:endParaRPr kumimoji="1" lang="ja-JP" altLang="en-US" sz="3600" b="1" dirty="0">
              <a:solidFill>
                <a:schemeClr val="bg1"/>
              </a:solidFill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82A2F0-031E-BF64-21A5-A74774A0C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7" y="5875710"/>
            <a:ext cx="9144000" cy="448469"/>
          </a:xfrm>
        </p:spPr>
        <p:txBody>
          <a:bodyPr>
            <a:normAutofit/>
          </a:bodyPr>
          <a:lstStyle/>
          <a:p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ichi-raven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44B2F1-B6AE-E373-B034-FD1371BAF358}"/>
              </a:ext>
            </a:extLst>
          </p:cNvPr>
          <p:cNvSpPr txBox="1"/>
          <p:nvPr/>
        </p:nvSpPr>
        <p:spPr>
          <a:xfrm>
            <a:off x="3047995" y="4322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t>Paper introduction</a:t>
            </a:r>
            <a:endParaRPr kumimoji="1" lang="ja-JP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0FC0E44-5F04-C06A-B1D2-D7D4782F2EC1}"/>
              </a:ext>
            </a:extLst>
          </p:cNvPr>
          <p:cNvSpPr txBox="1"/>
          <p:nvPr/>
        </p:nvSpPr>
        <p:spPr>
          <a:xfrm>
            <a:off x="1729503" y="3429000"/>
            <a:ext cx="87329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Authors and their affiliations</a:t>
            </a:r>
            <a:endParaRPr kumimoji="1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0DE0B71C-734D-A5F0-7321-9212784A6B25}"/>
              </a:ext>
            </a:extLst>
          </p:cNvPr>
          <p:cNvSpPr txBox="1">
            <a:spLocks/>
          </p:cNvSpPr>
          <p:nvPr/>
        </p:nvSpPr>
        <p:spPr>
          <a:xfrm>
            <a:off x="1523997" y="5362048"/>
            <a:ext cx="9144000" cy="448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or conference name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9D4111-7D15-8E89-F1A8-F8B9FE4125C4}"/>
              </a:ext>
            </a:extLst>
          </p:cNvPr>
          <p:cNvSpPr txBox="1"/>
          <p:nvPr/>
        </p:nvSpPr>
        <p:spPr>
          <a:xfrm>
            <a:off x="4352925" y="6455584"/>
            <a:ext cx="7782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All figures without annotation in this slide are quoted from the same paper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39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</Words>
  <Application>Microsoft Office PowerPoint</Application>
  <PresentationFormat>ワイド画面</PresentationFormat>
  <Paragraphs>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メイリオ</vt:lpstr>
      <vt:lpstr>游ゴシック</vt:lpstr>
      <vt:lpstr>游ゴシック Light</vt:lpstr>
      <vt:lpstr>Arial</vt:lpstr>
      <vt:lpstr>Calibri</vt:lpstr>
      <vt:lpstr>Office テーマ</vt:lpstr>
      <vt:lpstr>1_Office テーマ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cdua3660</dc:creator>
  <cp:lastModifiedBy>cdua3660</cp:lastModifiedBy>
  <cp:revision>1</cp:revision>
  <dcterms:created xsi:type="dcterms:W3CDTF">2026-03-20T02:36:06Z</dcterms:created>
  <dcterms:modified xsi:type="dcterms:W3CDTF">2026-03-20T02:37:17Z</dcterms:modified>
</cp:coreProperties>
</file>